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cold: this is the one-line pitch. Say it, don't read it — "PropWeb is India's trust-first, AI-powered rental platform: verified owners meet verified tenants directly, no brokers, no fake listings, no spam calls." Pause after the tagline before moving to the problem slide — let the promise land before you justify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both columns — don't just read the tenant side. The room already knows renting is broken; the point is naming both sides of the pain so the solution slide lands as a genuine two-sided fix, not a tenant-only app. If asked "isn't this just NoBroker," hold that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four numbers carry the slide — let them breathe, don't rush to the NoBroker line. The NoBroker callout is the pre-emptive answer to "hasn't this already been solved" — say revenue and loss together, in the same breath: proof of demand, proof the trust layer is still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pillars, but only two are truly new to the room: Pay-to-Connect and the Trust Score — spend your time there. Verified badges and matchmaking are easy to nod along to; the pay-to-connect economics are what actually kills fake enquiries, so be ready to defend the fee-amount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natural hand-off to the live demo — after "Connect," say "and I can show you this right now" and switch to the demo app. Have it already loaded to the Koramangala search before this slide so the transition has no dead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doing double duty as the moat argument, along with the closing slide — scam prevention, background checks and digital agreements are what a trust-first platform can sell that a lead-selling portal structurally can't retrofit. If a CEO asks "why can't NoBroker just copy this," point back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engines, two timeframes — be explicit that "today" funds the company and "tomorrow" is where the real upside is, using NoBroker's own ~50% non-listing mix as the proof point. Don't let this slide turn into a pricing negotiation; final pricing is explicitly TBD with the CEOs.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mic-drop — deliver the two lines slowly, then stop talking. Let "Existing portals sell leads. PropWeb sells trust." sit before you open the floor. If the ask &amp; close slide raised a decision, circle back to it once more before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trust-first rental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meet verified tenants — directly. No brokers, no fake listings, no spam calls. Powered by an AI decision engine.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Pitch · Confidential ·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Renting in India is broken on both sides of the deal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listings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 flats that are already rented or never existed — posted only to farm leads.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listed by 10 brokers at different prices and photos.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call storms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enquiry triggers 20–50 broker calls; contact details circulate endlessly.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796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Non-genuine tenants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Unqualified enquiries and price-fishers waste hours.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3796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leaks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don't want their number and exact address public.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3796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load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Juggling tenants, society and security for every viewing.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cost is trust — and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 tenant visits before finding one that fits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56432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39312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calls triggered by a single property enquiry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72784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55664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on rental portals today: fake &amp; dead listings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89136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89136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72016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today verifying who is actually a genuine owner or tenant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category leader proves the gap: NoBroker reached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₹803 Cr revenue (FY24)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30M+ users — yet lost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₹411 Cr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year, and fake listings remain its #1 complaint. Demand is proven; trust is unsolved.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trust-first rental platform with an AI engine at its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98448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 Badge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Aadhaar/PAN, ownership proof and mobile verification — instant-trust mark.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7408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36008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65776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Tenant Badge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6008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Employment, income range and KYC — owners see who they're renting 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4736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03336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833104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03336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free; contacts unlock for a small fee. Kills fake &amp; casual enquiries.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98448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Matchmaking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8680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location, family/bachelor, furnishing — a match score, like matrimony for rentals.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07408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36008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65776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Trust Score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6008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+ response rate + freshness + reviews — transparency on every listing.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74736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403336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833104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Intelligence, not leads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03336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engine that recommends, ranks and protects — not a directory selling contacts.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verified profile to matched move-in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Verify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and tenants complete KYC and earn trust badges before they ever transact.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82112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56432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0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Match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engine scores and recommends properties against each tenant's real needs.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98464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2784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73952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Connect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pay-to-connect fee unlocks contact — only genuine intent gets through.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14816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089136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90304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Transact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290304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Score, digital rent agreement and verified parties make closing safe and fast.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available — a clickable PropWeb walkthrough (search → trust badges → connect) is ready for this meeting.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VENTURE-SCALE VALUE SITS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no one in India solves well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scam prevention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lose money to fake deposits, fake owners and advance-payment fraud. A trust-first platform wins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background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36008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want verified employment and income on who they're renting to. Today it's manual or absent. (EPFO checks ≈ ₹100 each — buildable.)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74736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03336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rent agreements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03336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and offline today. Done digitally — e-stamp + Aadhaar eSign (₹10–40/signature) — like a loan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connect today, services tomorrow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LISTING &amp; CONNECT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Pay-to-connect: small fee to unlock verified contact details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listings &amp; visibility for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5156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and trust-score subscriptions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NoBroker charges ₹1,499–₹10,999 per plan — we undercut with per-unlock micro-pricing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— LARGER THAN LISTINGS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services marketplace: packers &amp; movers, cleaning, furniture rental, interiors, property management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move-in opens high-margin services revenue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2084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works: NoBroker's non-listing revenue grew to ~50% of its mix by FY26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2084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a genuine connection happens — not by reselling the same lead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— COST-SAFE BY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stack, corrected for India economics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wins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SEO locality pages = free Google traffic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TypeScript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language, small team moves fast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PostGIS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'Flats within 3 km' queries, reliably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Typesense (self-hosted)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≈$69/mo vs Algolia's ≈$525/mo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 Maps / MapmyIndia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best Indian locality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Mumbai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data stays in India (DPDP)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Razorpay (UPI-first)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at 0% MDR by RBI mandate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APIs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 ₹1–3 · Aadhaar offline/DigiLocker · Exotel masking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legal Aadhaar route — no direct eKYC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build budget: ₹68L lean · ₹1.14 Cr base · ₹1.78 Cr comfortable — team of 5–6 + fractional roles, one-city MVP in 4 months.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portals sell leads.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22860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sells trust.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Trust-first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and tenants on both sides — the moat portals can't retrofit.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262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262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that ranks and matches — not a directory that floods you with calls.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838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revenue engines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1838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fees today; a services marketplace larger than listings tomorrow.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· Let's make renting trustworthy.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2026-07-13T04:59:39Z</dcterms:created>
  <dcterms:modified xsi:type="dcterms:W3CDTF">2026-07-13T04:59:39Z</dcterms:modified>
</cp:coreProperties>
</file>